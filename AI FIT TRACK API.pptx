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nybody Black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Schibsted Grotesk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7CB73A-1770-4FFD-9D50-3446270913F5}" v="43" dt="2026-10-05T05:01:53.480"/>
    <p1510:client id="{68673CFE-98D8-4978-8103-76D2F628D7FC}" v="3" dt="2026-10-05T05:06:29.4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CE06D-DEFE-4B64-ADF1-BF4FC52399E6}" type="datetimeFigureOut"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7DDE2-E2FB-4EFA-AF4D-37DCD7C374C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3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4">
              <a:alpha val="30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F6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762000"/>
            <a:ext cx="10820129" cy="5857677"/>
          </a:xfrm>
          <a:prstGeom prst="roundRect">
            <a:avLst>
              <a:gd name="adj" fmla="val 520"/>
            </a:avLst>
          </a:prstGeom>
          <a:solidFill>
            <a:srgbClr val="101114"/>
          </a:solidFill>
          <a:ln/>
        </p:spPr>
      </p:sp>
      <p:sp>
        <p:nvSpPr>
          <p:cNvPr id="3" name="Text 1"/>
          <p:cNvSpPr/>
          <p:nvPr/>
        </p:nvSpPr>
        <p:spPr>
          <a:xfrm>
            <a:off x="990575" y="1016000"/>
            <a:ext cx="10210545" cy="1975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0" kern="100" spc="-144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AI FAQ Assistant API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90575" y="3244949"/>
            <a:ext cx="2552636" cy="63500"/>
          </a:xfrm>
          <a:prstGeom prst="roundRect">
            <a:avLst>
              <a:gd name="adj" fmla="val 49999"/>
            </a:avLst>
          </a:prstGeom>
          <a:solidFill>
            <a:srgbClr val="FF6A00"/>
          </a:solidFill>
          <a:ln/>
        </p:spPr>
      </p:sp>
      <p:sp>
        <p:nvSpPr>
          <p:cNvPr id="5" name="Text 3"/>
          <p:cNvSpPr/>
          <p:nvPr/>
        </p:nvSpPr>
        <p:spPr>
          <a:xfrm>
            <a:off x="990575" y="3543498"/>
            <a:ext cx="10820129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Pavai Arts and Science College for Women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90575" y="4077494"/>
            <a:ext cx="1021054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1000"/>
              </a:lnSpc>
              <a:spcAft>
                <a:spcPts val="1400"/>
              </a:spcAft>
            </a:pPr>
            <a:r>
              <a:rPr lang="en-US" sz="1600" dirty="0">
                <a:solidFill>
                  <a:srgbClr val="FFFFFF"/>
                </a:solidFill>
                <a:latin typeface="Schibsted Grotesk"/>
                <a:ea typeface="Schibsted Grotesk" pitchFamily="34" charset="-122"/>
                <a:cs typeface="Schibsted Grotesk"/>
              </a:rPr>
              <a:t>Team Leader: Nandhana. S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Team Members: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575" y="5034955"/>
            <a:ext cx="10210545" cy="1330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>
              <a:lnSpc>
                <a:spcPct val="121000"/>
              </a:lnSpc>
              <a:buSzPct val="100000"/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latin typeface="Schibsted Grotesk"/>
                <a:ea typeface="Schibsted Grotesk" pitchFamily="34" charset="-122"/>
                <a:cs typeface="Schibsted Grotesk"/>
              </a:rPr>
              <a:t>Nandhini. S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21000"/>
              </a:lnSpc>
              <a:buSzPct val="100000"/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latin typeface="Schibsted Grotesk"/>
                <a:ea typeface="Schibsted Grotesk" pitchFamily="34" charset="-122"/>
                <a:cs typeface="Schibsted Grotesk"/>
              </a:rPr>
              <a:t> Nithyadharshini. M</a:t>
            </a:r>
            <a:endParaRPr lang="en-US" sz="1600" dirty="0">
              <a:solidFill>
                <a:srgbClr val="FFFFFF"/>
              </a:solidFill>
              <a:latin typeface="Schibsted Grotesk"/>
              <a:ea typeface="Calibri"/>
              <a:cs typeface="Schibsted Grotesk"/>
            </a:endParaRPr>
          </a:p>
          <a:p>
            <a:pPr marL="325120" indent="-325120">
              <a:lnSpc>
                <a:spcPct val="121000"/>
              </a:lnSpc>
              <a:buSzPct val="100000"/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latin typeface="Schibsted Grotesk"/>
                <a:ea typeface="Schibsted Grotesk" pitchFamily="34" charset="-122"/>
                <a:cs typeface="Schibsted Grotesk"/>
              </a:rPr>
              <a:t>Nivetha. K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 marL="325120" indent="-325120">
              <a:lnSpc>
                <a:spcPct val="121000"/>
              </a:lnSpc>
              <a:buSzPct val="100000"/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latin typeface="Schibsted Grotesk"/>
                <a:ea typeface="Schibsted Grotesk" pitchFamily="34" charset="-122"/>
                <a:cs typeface="Schibsted Grotesk"/>
              </a:rPr>
              <a:t>Pavithra. R.L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095848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kern="100" spc="-60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1381621"/>
            <a:ext cx="1523962" cy="63500"/>
          </a:xfrm>
          <a:prstGeom prst="roundRect">
            <a:avLst>
              <a:gd name="adj" fmla="val 49999"/>
            </a:avLst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845270"/>
            <a:ext cx="6095848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What is an AI FAQ Assistant API?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2825552"/>
            <a:ext cx="6095848" cy="2559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An AI FAQ Assistant API is a software service that answers frequently asked questions automatically.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Users can ask questions through a website, mobile application, or chatbot.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API receives the question and sends back an appropriate answer.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It reduces the need for manual customer support.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It provides quick and consistent responses.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101114"/>
          </a:solidFill>
          <a:ln/>
        </p:spPr>
      </p:sp>
      <p:sp>
        <p:nvSpPr>
          <p:cNvPr id="7" name="Text 5"/>
          <p:cNvSpPr/>
          <p:nvPr/>
        </p:nvSpPr>
        <p:spPr>
          <a:xfrm>
            <a:off x="7924602" y="609600"/>
            <a:ext cx="3657509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Example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924602" y="1201341"/>
            <a:ext cx="426709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student asks: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394" y="1756271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“What are the college working hours?”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24602" y="1680071"/>
            <a:ext cx="28574" cy="741561"/>
          </a:xfrm>
          <a:prstGeom prst="roundRect">
            <a:avLst>
              <a:gd name="adj" fmla="val 50000"/>
            </a:avLst>
          </a:prstGeom>
          <a:solidFill>
            <a:srgbClr val="FF6A00"/>
          </a:solidFill>
          <a:ln/>
        </p:spPr>
      </p:sp>
      <p:sp>
        <p:nvSpPr>
          <p:cNvPr id="11" name="Text 9"/>
          <p:cNvSpPr/>
          <p:nvPr/>
        </p:nvSpPr>
        <p:spPr>
          <a:xfrm>
            <a:off x="7924602" y="2605782"/>
            <a:ext cx="4267093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AI Assistant replies: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394" y="3160713"/>
            <a:ext cx="335271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“The college working hours are from 9:00 AM to 4:00 PM.”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24602" y="3084513"/>
            <a:ext cx="28574" cy="741561"/>
          </a:xfrm>
          <a:prstGeom prst="roundRect">
            <a:avLst>
              <a:gd name="adj" fmla="val 50000"/>
            </a:avLst>
          </a:prstGeom>
          <a:solidFill>
            <a:srgbClr val="FF6A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50223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kern="100" spc="-60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1381621"/>
            <a:ext cx="1625559" cy="63500"/>
          </a:xfrm>
          <a:prstGeom prst="roundRect">
            <a:avLst>
              <a:gd name="adj" fmla="val 49999"/>
            </a:avLst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845270"/>
            <a:ext cx="6502237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Problems in Traditional FAQ Systems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2825552"/>
            <a:ext cx="6502237" cy="2316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Users need to search through many questions manually.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Static FAQ pages cannot understand different forms of the same question.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Repeated questions increase the workload of staff.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Users may not receive immediate responses.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Updating information manually can be time-consuming.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Traditional systems may not understand natural language.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101114"/>
          </a:solidFill>
          <a:ln/>
        </p:spPr>
      </p:sp>
      <p:sp>
        <p:nvSpPr>
          <p:cNvPr id="7" name="Text 5"/>
          <p:cNvSpPr/>
          <p:nvPr/>
        </p:nvSpPr>
        <p:spPr>
          <a:xfrm>
            <a:off x="8330992" y="609600"/>
            <a:ext cx="3251119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330992" y="1201341"/>
            <a:ext cx="3251119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AI FAQ Assistant API understands user questions and provides relevant answers automatically.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500" kern="100" spc="-37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Objectives of the Project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09585" y="1042491"/>
            <a:ext cx="2743131" cy="63500"/>
          </a:xfrm>
          <a:prstGeom prst="roundRect">
            <a:avLst>
              <a:gd name="adj" fmla="val 49999"/>
            </a:avLst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273076"/>
            <a:ext cx="10972526" cy="241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850" kern="100" spc="-28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Main Objectives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609585" y="1593850"/>
            <a:ext cx="507987" cy="508000"/>
          </a:xfrm>
          <a:prstGeom prst="roundRect">
            <a:avLst>
              <a:gd name="adj" fmla="val 2250"/>
            </a:avLst>
          </a:prstGeom>
          <a:noFill/>
          <a:ln w="19050">
            <a:solidFill>
              <a:srgbClr val="10111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" y="1708150"/>
            <a:ext cx="279393" cy="279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2305050"/>
            <a:ext cx="5486263" cy="148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 develop an AI-based question-answering system.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24442" y="1593850"/>
            <a:ext cx="507987" cy="508000"/>
          </a:xfrm>
          <a:prstGeom prst="roundRect">
            <a:avLst>
              <a:gd name="adj" fmla="val 2250"/>
            </a:avLst>
          </a:prstGeom>
          <a:noFill/>
          <a:ln w="19050">
            <a:solidFill>
              <a:srgbClr val="10111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739" y="1708150"/>
            <a:ext cx="279393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2" y="2305050"/>
            <a:ext cx="5257668" cy="148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 provide instant responses to frequently asked questions.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09585" y="3139777"/>
            <a:ext cx="507987" cy="508000"/>
          </a:xfrm>
          <a:prstGeom prst="roundRect">
            <a:avLst>
              <a:gd name="adj" fmla="val 2250"/>
            </a:avLst>
          </a:prstGeom>
          <a:noFill/>
          <a:ln w="19050">
            <a:solidFill>
              <a:srgbClr val="10111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82" y="3254077"/>
            <a:ext cx="279393" cy="279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9585" y="3850977"/>
            <a:ext cx="5486263" cy="148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 create a simple and easy-to-use API.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324442" y="3139777"/>
            <a:ext cx="507987" cy="508000"/>
          </a:xfrm>
          <a:prstGeom prst="roundRect">
            <a:avLst>
              <a:gd name="adj" fmla="val 2250"/>
            </a:avLst>
          </a:prstGeom>
          <a:noFill/>
          <a:ln w="19050">
            <a:solidFill>
              <a:srgbClr val="101114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739" y="3254077"/>
            <a:ext cx="279393" cy="279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24442" y="3850977"/>
            <a:ext cx="5257668" cy="148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 understand questions written in natural language.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609585" y="4457105"/>
            <a:ext cx="507987" cy="508000"/>
          </a:xfrm>
          <a:prstGeom prst="roundRect">
            <a:avLst>
              <a:gd name="adj" fmla="val 2250"/>
            </a:avLst>
          </a:prstGeom>
          <a:noFill/>
          <a:ln w="19050">
            <a:solidFill>
              <a:srgbClr val="101114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882" y="4571405"/>
            <a:ext cx="279393" cy="2794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09585" y="5168305"/>
            <a:ext cx="5486263" cy="148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 reduce repetitive work for staff members.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324442" y="4457105"/>
            <a:ext cx="507987" cy="508000"/>
          </a:xfrm>
          <a:prstGeom prst="roundRect">
            <a:avLst>
              <a:gd name="adj" fmla="val 2250"/>
            </a:avLst>
          </a:prstGeom>
          <a:noFill/>
          <a:ln w="19050">
            <a:solidFill>
              <a:srgbClr val="101114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739" y="4571405"/>
            <a:ext cx="279393" cy="2794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324442" y="5168305"/>
            <a:ext cx="5257668" cy="148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 improve the user experience.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609585" y="5774432"/>
            <a:ext cx="507987" cy="508000"/>
          </a:xfrm>
          <a:prstGeom prst="roundRect">
            <a:avLst>
              <a:gd name="adj" fmla="val 2250"/>
            </a:avLst>
          </a:prstGeom>
          <a:noFill/>
          <a:ln w="19050">
            <a:solidFill>
              <a:srgbClr val="101114"/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882" y="5888732"/>
            <a:ext cx="279393" cy="2794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09585" y="6485632"/>
            <a:ext cx="10972526" cy="148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0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 make the system easy to connect with websites and applications.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6089498" y="1593850"/>
            <a:ext cx="12700" cy="1317327"/>
          </a:xfrm>
          <a:prstGeom prst="rect">
            <a:avLst/>
          </a:prstGeom>
          <a:solidFill>
            <a:srgbClr val="D8DADF"/>
          </a:solidFill>
          <a:ln/>
        </p:spPr>
      </p:sp>
      <p:sp>
        <p:nvSpPr>
          <p:cNvPr id="27" name="Shape 18"/>
          <p:cNvSpPr/>
          <p:nvPr/>
        </p:nvSpPr>
        <p:spPr>
          <a:xfrm>
            <a:off x="609585" y="2904827"/>
            <a:ext cx="5486263" cy="12700"/>
          </a:xfrm>
          <a:prstGeom prst="rect">
            <a:avLst/>
          </a:prstGeom>
          <a:solidFill>
            <a:srgbClr val="D8DADF"/>
          </a:solidFill>
          <a:ln/>
        </p:spPr>
      </p:sp>
      <p:sp>
        <p:nvSpPr>
          <p:cNvPr id="28" name="Shape 19"/>
          <p:cNvSpPr/>
          <p:nvPr/>
        </p:nvSpPr>
        <p:spPr>
          <a:xfrm>
            <a:off x="6089498" y="2911177"/>
            <a:ext cx="12700" cy="1317327"/>
          </a:xfrm>
          <a:prstGeom prst="rect">
            <a:avLst/>
          </a:prstGeom>
          <a:solidFill>
            <a:srgbClr val="D8DADF"/>
          </a:solidFill>
          <a:ln/>
        </p:spPr>
      </p:sp>
      <p:sp>
        <p:nvSpPr>
          <p:cNvPr id="29" name="Shape 20"/>
          <p:cNvSpPr/>
          <p:nvPr/>
        </p:nvSpPr>
        <p:spPr>
          <a:xfrm>
            <a:off x="6095848" y="2904827"/>
            <a:ext cx="5486263" cy="12700"/>
          </a:xfrm>
          <a:prstGeom prst="rect">
            <a:avLst/>
          </a:prstGeom>
          <a:solidFill>
            <a:srgbClr val="D8DADF"/>
          </a:solidFill>
          <a:ln/>
        </p:spPr>
      </p:sp>
      <p:sp>
        <p:nvSpPr>
          <p:cNvPr id="30" name="Shape 21"/>
          <p:cNvSpPr/>
          <p:nvPr/>
        </p:nvSpPr>
        <p:spPr>
          <a:xfrm>
            <a:off x="609585" y="4222155"/>
            <a:ext cx="5486263" cy="12700"/>
          </a:xfrm>
          <a:prstGeom prst="rect">
            <a:avLst/>
          </a:prstGeom>
          <a:solidFill>
            <a:srgbClr val="D8DADF"/>
          </a:solidFill>
          <a:ln/>
        </p:spPr>
      </p:sp>
      <p:sp>
        <p:nvSpPr>
          <p:cNvPr id="31" name="Shape 22"/>
          <p:cNvSpPr/>
          <p:nvPr/>
        </p:nvSpPr>
        <p:spPr>
          <a:xfrm>
            <a:off x="6089498" y="4228505"/>
            <a:ext cx="12700" cy="1317327"/>
          </a:xfrm>
          <a:prstGeom prst="rect">
            <a:avLst/>
          </a:prstGeom>
          <a:solidFill>
            <a:srgbClr val="D8DADF"/>
          </a:solidFill>
          <a:ln/>
        </p:spPr>
      </p:sp>
      <p:sp>
        <p:nvSpPr>
          <p:cNvPr id="32" name="Shape 23"/>
          <p:cNvSpPr/>
          <p:nvPr/>
        </p:nvSpPr>
        <p:spPr>
          <a:xfrm>
            <a:off x="6095848" y="4222155"/>
            <a:ext cx="5486263" cy="12700"/>
          </a:xfrm>
          <a:prstGeom prst="rect">
            <a:avLst/>
          </a:prstGeom>
          <a:solidFill>
            <a:srgbClr val="D8DADF"/>
          </a:solidFill>
          <a:ln/>
        </p:spPr>
      </p:sp>
      <p:sp>
        <p:nvSpPr>
          <p:cNvPr id="33" name="Shape 24"/>
          <p:cNvSpPr/>
          <p:nvPr/>
        </p:nvSpPr>
        <p:spPr>
          <a:xfrm>
            <a:off x="609585" y="5539482"/>
            <a:ext cx="10972526" cy="12700"/>
          </a:xfrm>
          <a:prstGeom prst="rect">
            <a:avLst/>
          </a:prstGeom>
          <a:solidFill>
            <a:srgbClr val="D8DAD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4" y="152400"/>
            <a:ext cx="8076998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kern="100" spc="-60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28594" y="924421"/>
            <a:ext cx="2019249" cy="63500"/>
          </a:xfrm>
          <a:prstGeom prst="roundRect">
            <a:avLst>
              <a:gd name="adj" fmla="val 49999"/>
            </a:avLst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228594" y="1388070"/>
            <a:ext cx="8076998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Main Components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28594" y="1979811"/>
            <a:ext cx="3809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101114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User Interface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594" y="2468761"/>
            <a:ext cx="3809805" cy="1229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Website, mobile application, or chatbot.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Allows users to enter their questions.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95588" y="1979811"/>
            <a:ext cx="38099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101114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API Server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95588" y="2468761"/>
            <a:ext cx="3809905" cy="985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Receives the user’s question.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Processes the request.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Sends the response back to the user.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594" y="4155083"/>
            <a:ext cx="38098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101114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FAQ Knowledge Base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594" y="4644033"/>
            <a:ext cx="3809805" cy="934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Stores questions and answers.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Contains college or organization-related information.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95588" y="4155083"/>
            <a:ext cx="38099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101114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AI Processing Module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5588" y="4644033"/>
            <a:ext cx="3809905" cy="934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Understands the meaning of the question.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Finds the most suitable answer.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594" y="6035774"/>
            <a:ext cx="807689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101114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Response Module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28594" y="6524724"/>
            <a:ext cx="807689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Returns the answer in a simple format.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34187" y="0"/>
            <a:ext cx="3657509" cy="6858000"/>
          </a:xfrm>
          <a:prstGeom prst="rect">
            <a:avLst/>
          </a:prstGeom>
          <a:solidFill>
            <a:srgbClr val="101114"/>
          </a:solidFill>
          <a:ln/>
        </p:spPr>
      </p:sp>
      <p:sp>
        <p:nvSpPr>
          <p:cNvPr id="16" name="Text 14"/>
          <p:cNvSpPr/>
          <p:nvPr/>
        </p:nvSpPr>
        <p:spPr>
          <a:xfrm>
            <a:off x="9143771" y="609600"/>
            <a:ext cx="2438339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Basic Flow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3771" y="1201341"/>
            <a:ext cx="2438339" cy="1676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User Question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API Server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AI Processing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FAQ Database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Answer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3771" y="3061593"/>
            <a:ext cx="2438339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User Question → API Server → AI Processing → FAQ Database → Answer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60644" y="1979811"/>
            <a:ext cx="12700" cy="1946672"/>
          </a:xfrm>
          <a:prstGeom prst="rect">
            <a:avLst/>
          </a:prstGeom>
          <a:solidFill>
            <a:srgbClr val="D8DADF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594" y="3920133"/>
            <a:ext cx="4038400" cy="12700"/>
          </a:xfrm>
          <a:prstGeom prst="rect">
            <a:avLst/>
          </a:prstGeom>
          <a:solidFill>
            <a:srgbClr val="D8DADF"/>
          </a:solidFill>
          <a:ln/>
        </p:spPr>
      </p:sp>
      <p:sp>
        <p:nvSpPr>
          <p:cNvPr id="21" name="Shape 19"/>
          <p:cNvSpPr/>
          <p:nvPr/>
        </p:nvSpPr>
        <p:spPr>
          <a:xfrm>
            <a:off x="4260644" y="3926483"/>
            <a:ext cx="12700" cy="1880691"/>
          </a:xfrm>
          <a:prstGeom prst="rect">
            <a:avLst/>
          </a:prstGeom>
          <a:solidFill>
            <a:srgbClr val="D8DADF"/>
          </a:solidFill>
          <a:ln/>
        </p:spPr>
      </p:sp>
      <p:sp>
        <p:nvSpPr>
          <p:cNvPr id="22" name="Shape 20"/>
          <p:cNvSpPr/>
          <p:nvPr/>
        </p:nvSpPr>
        <p:spPr>
          <a:xfrm>
            <a:off x="4266994" y="3920133"/>
            <a:ext cx="4038499" cy="12700"/>
          </a:xfrm>
          <a:prstGeom prst="rect">
            <a:avLst/>
          </a:prstGeom>
          <a:solidFill>
            <a:srgbClr val="D8DADF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594" y="5800824"/>
            <a:ext cx="8076899" cy="12700"/>
          </a:xfrm>
          <a:prstGeom prst="rect">
            <a:avLst/>
          </a:prstGeom>
          <a:solidFill>
            <a:srgbClr val="D8DAD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kern="100" spc="-60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Technologies Used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1381621"/>
            <a:ext cx="2743131" cy="63500"/>
          </a:xfrm>
          <a:prstGeom prst="roundRect">
            <a:avLst>
              <a:gd name="adj" fmla="val 49999"/>
            </a:avLst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853035"/>
            <a:ext cx="7111822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Software and Technologies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3444776"/>
            <a:ext cx="3479713" cy="280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Python – Main programming language.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FastAPI or Flask – Used to create the API.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Natural Language Processing – Helps understand user questions.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JSON – Used for sending and receiving data.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41694" y="3444776"/>
            <a:ext cx="3479713" cy="2214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SQLite or MySQL – Used to store FAQ information.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HTML and CSS – Can be used to create a simple user interface.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Postman – Used to test the API.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Artificial Intelligence – Used to provide intelligent answers.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26199" y="2853035"/>
            <a:ext cx="3555911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Why Python?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26199" y="3444776"/>
            <a:ext cx="3555911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Easy to learn and use.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Supports many AI and API libraries.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Suitable for rapid application development.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Has strong community support.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0"/>
            <a:ext cx="3657509" cy="842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50" kern="100" spc="-49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API Endpoint Code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09585" y="1076523"/>
            <a:ext cx="914377" cy="63500"/>
          </a:xfrm>
          <a:prstGeom prst="roundRect">
            <a:avLst>
              <a:gd name="adj" fmla="val 49999"/>
            </a:avLst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508026"/>
            <a:ext cx="3657509" cy="27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100" kern="100" spc="-32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Sample FastAPI Code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9585" y="1948855"/>
            <a:ext cx="3657509" cy="27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100" kern="100" spc="-32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Simple Explanation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9585" y="2407047"/>
            <a:ext cx="3657509" cy="386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18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FastAPI is used to create the API.</a:t>
            </a:r>
            <a:endParaRPr lang="en-US" sz="1550" dirty="0"/>
          </a:p>
          <a:p>
            <a:pPr marL="314960" indent="-314960" algn="l">
              <a:lnSpc>
                <a:spcPct val="118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faq_data stores frequently asked questions and answers.</a:t>
            </a:r>
            <a:endParaRPr lang="en-US" sz="1550" dirty="0"/>
          </a:p>
          <a:p>
            <a:pPr marL="314960" indent="-314960" algn="l">
              <a:lnSpc>
                <a:spcPct val="118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/faq endpoint accepts a question from the user.</a:t>
            </a:r>
            <a:endParaRPr lang="en-US" sz="1550" dirty="0"/>
          </a:p>
          <a:p>
            <a:pPr marL="314960" indent="-314960" algn="l">
              <a:lnSpc>
                <a:spcPct val="118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question is converted into lowercase.</a:t>
            </a:r>
            <a:endParaRPr lang="en-US" sz="1550" dirty="0"/>
          </a:p>
          <a:p>
            <a:pPr marL="314960" indent="-314960" algn="l">
              <a:lnSpc>
                <a:spcPct val="118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program searches for a matching keyword.</a:t>
            </a:r>
            <a:endParaRPr lang="en-US" sz="1550" dirty="0"/>
          </a:p>
          <a:p>
            <a:pPr marL="314960" indent="-314960" algn="l">
              <a:lnSpc>
                <a:spcPct val="118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If a match is found, the correct answer is returned.</a:t>
            </a:r>
            <a:endParaRPr lang="en-US" sz="1550" dirty="0"/>
          </a:p>
          <a:p>
            <a:pPr marL="314960" indent="-314960" algn="l">
              <a:lnSpc>
                <a:spcPct val="118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If no match is found, a default message is displayed.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876678" y="0"/>
            <a:ext cx="7315017" cy="6858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" name="Text 6"/>
          <p:cNvSpPr/>
          <p:nvPr/>
        </p:nvSpPr>
        <p:spPr>
          <a:xfrm>
            <a:off x="5384665" y="279400"/>
            <a:ext cx="6299042" cy="655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faq_data = {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"college working hours": "The college working hours are from 9:00 AM to 4:00 PM.",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"principal name": "The principal's name is available from the college administration.",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"library timing": "The library is open from 9:00 AM to 4:30 PM."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@app.get("/faq")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get_answer(question: str):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question = question.lower()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keyword, answer in faq_data.items():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keyword in question: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{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"question": question,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"answer": answer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"question": question,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"answer": "Sorry, I do not have an answer for this question."</a:t>
            </a:r>
            <a:endParaRPr lang="en-US" sz="14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2641534" cy="1165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API Request and Response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9585" y="2029123"/>
            <a:ext cx="660284" cy="63500"/>
          </a:xfrm>
          <a:prstGeom prst="roundRect">
            <a:avLst>
              <a:gd name="adj" fmla="val 49999"/>
            </a:avLst>
          </a:prstGeom>
          <a:solidFill>
            <a:srgbClr val="FF6A00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492772"/>
            <a:ext cx="2641534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Request Example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585" y="3473053"/>
            <a:ext cx="2641534" cy="193675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" name="Text 4"/>
          <p:cNvSpPr/>
          <p:nvPr/>
        </p:nvSpPr>
        <p:spPr>
          <a:xfrm>
            <a:off x="1092173" y="3727053"/>
            <a:ext cx="1676358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/faq?question=What are the college working hours?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65496" y="0"/>
            <a:ext cx="3860703" cy="6858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" name="Text 6"/>
          <p:cNvSpPr/>
          <p:nvPr/>
        </p:nvSpPr>
        <p:spPr>
          <a:xfrm>
            <a:off x="4775081" y="609600"/>
            <a:ext cx="2641534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Response Example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074" y="1412081"/>
            <a:ext cx="2133547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"question": "what are the college working hours?",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"answer": "The college working hours are from 9:00 AM to 4:00 PM."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30992" y="0"/>
            <a:ext cx="3860703" cy="6858000"/>
          </a:xfrm>
          <a:prstGeom prst="rect">
            <a:avLst/>
          </a:prstGeom>
          <a:solidFill>
            <a:srgbClr val="101114"/>
          </a:solidFill>
          <a:ln/>
        </p:spPr>
      </p:sp>
      <p:sp>
        <p:nvSpPr>
          <p:cNvPr id="11" name="Text 9"/>
          <p:cNvSpPr/>
          <p:nvPr/>
        </p:nvSpPr>
        <p:spPr>
          <a:xfrm>
            <a:off x="8940576" y="609600"/>
            <a:ext cx="2641534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Simple Explanation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940576" y="1589881"/>
            <a:ext cx="2641534" cy="432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user sends a question through the API URL.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question is passed using the question parameter.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API processes the question.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answer is returned in JSON format.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JSON is easy to use in websites, mobile applications, and chatbots.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kern="100" spc="-60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Testing and Advantages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1381621"/>
            <a:ext cx="2743131" cy="63500"/>
          </a:xfrm>
          <a:prstGeom prst="roundRect">
            <a:avLst>
              <a:gd name="adj" fmla="val 49999"/>
            </a:avLst>
          </a:prstGeom>
          <a:solidFill>
            <a:srgbClr val="FF6A00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1680170"/>
            <a:ext cx="3454314" cy="3954165"/>
          </a:xfrm>
          <a:prstGeom prst="roundRect">
            <a:avLst>
              <a:gd name="adj" fmla="val 331"/>
            </a:avLst>
          </a:prstGeom>
          <a:noFill/>
          <a:ln w="25399">
            <a:solidFill>
              <a:srgbClr val="D2D2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3578" y="1934170"/>
            <a:ext cx="2946326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Testing the API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3578" y="2914452"/>
            <a:ext cx="320032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API can be tested using: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578" y="3329682"/>
            <a:ext cx="2946326" cy="1330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Postman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Web browser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Mobile application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Website interface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8691" y="1680170"/>
            <a:ext cx="3454314" cy="3954165"/>
          </a:xfrm>
          <a:prstGeom prst="roundRect">
            <a:avLst>
              <a:gd name="adj" fmla="val 331"/>
            </a:avLst>
          </a:prstGeom>
          <a:noFill/>
          <a:ln w="25399">
            <a:solidFill>
              <a:srgbClr val="D2D2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2684" y="1934170"/>
            <a:ext cx="2946326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Sample Test Questions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22684" y="2914452"/>
            <a:ext cx="2946326" cy="2214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What are the college working hours?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What is the library timing?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How can I contact the administration?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34373D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What courses are available?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7797" y="1680170"/>
            <a:ext cx="3454314" cy="3954165"/>
          </a:xfrm>
          <a:prstGeom prst="rect">
            <a:avLst/>
          </a:prstGeom>
          <a:solidFill>
            <a:srgbClr val="101114"/>
          </a:solidFill>
          <a:ln/>
        </p:spPr>
      </p:sp>
      <p:sp>
        <p:nvSpPr>
          <p:cNvPr id="12" name="Text 10"/>
          <p:cNvSpPr/>
          <p:nvPr/>
        </p:nvSpPr>
        <p:spPr>
          <a:xfrm>
            <a:off x="8356391" y="1908770"/>
            <a:ext cx="2997125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356391" y="2500511"/>
            <a:ext cx="2997125" cy="2905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Provides fast responses.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Reduces staff workload.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Available 24 hours a day.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Easy to update the FAQ data.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Can be connected to different applications.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Improves communication with students and users.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kern="100" spc="-60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Conclusion and Future Scope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1381621"/>
            <a:ext cx="2743131" cy="63500"/>
          </a:xfrm>
          <a:prstGeom prst="roundRect">
            <a:avLst>
              <a:gd name="adj" fmla="val 49999"/>
            </a:avLst>
          </a:prstGeom>
          <a:solidFill>
            <a:srgbClr val="101114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680170"/>
            <a:ext cx="5333867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2271911"/>
            <a:ext cx="5333867" cy="2214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AI FAQ Assistant API provides automatic answers to common questions.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It uses an API server, FAQ database, and AI-based processing.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system is simple, fast, and easy to integrate.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It can be useful for colleges, companies, hospitals, and customer support services.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48244" y="1680170"/>
            <a:ext cx="5333867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248244" y="2271911"/>
            <a:ext cx="5333867" cy="2366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Add voice-based questions and answers.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Support multiple languages.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Connect the system with WhatsApp or Telegram.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Add authentication for administrators.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Use advanced AI models for better understanding.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Add an admin panel to update FAQs.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Store user questions for future analysis.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4988024"/>
            <a:ext cx="10972526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kern="100" spc="-45" dirty="0">
                <a:solidFill>
                  <a:srgbClr val="101114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Final Statement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377" y="5655965"/>
            <a:ext cx="1127731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“The AI FAQ Assistant API makes information access faster, easier, and more intelligent.”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5579765"/>
            <a:ext cx="28574" cy="446980"/>
          </a:xfrm>
          <a:prstGeom prst="roundRect">
            <a:avLst>
              <a:gd name="adj" fmla="val 50000"/>
            </a:avLst>
          </a:prstGeom>
          <a:solidFill>
            <a:srgbClr val="FF6A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20</cp:revision>
  <dcterms:created xsi:type="dcterms:W3CDTF">2026-10-05T03:54:48Z</dcterms:created>
  <dcterms:modified xsi:type="dcterms:W3CDTF">2026-10-05T05:07:09Z</dcterms:modified>
</cp:coreProperties>
</file>